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(4 x 45 min): pull and build 20 min, DFU upload 20, bare-board output 10, wiring and sensors 30, app.c tour 30, homework start in class the rest.
Goal: every pair sees real sensor values within the first hour.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ADCF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64008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17  |  OPTIONAL BLOCK S1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20116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STM32: Working Demo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3200400" y="2926080"/>
            <a:ext cx="2743200" cy="27432"/>
          </a:xfrm>
          <a:prstGeom prst="rect">
            <a:avLst/>
          </a:prstGeom>
          <a:solidFill>
            <a:srgbClr val="3A4A8A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 CubeMX project, DFU upload, two I2C sensors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Software Development in C/C++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17  |  4 academic hours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17  |  STM32: From Project to Working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time CubeMX took most of the session - today the project is ready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-&gt; build -&gt; upload over USB (DFU) -&gt; see the output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on a bare board, then with the GY-521 and the BH1750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tour of app.c: how our code sits next to the generated code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homework in class: night light and orientation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2532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840480"/>
            <a:ext cx="64008" cy="7315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9136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project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418795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M4_L17/lesson16 - the full CubeMX project from session 16, tested on a real Black Pill.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Recap: Session 16 in Four Ideas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17  |  STM32: From Project to Working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885950" cy="1783080"/>
          </a:xfrm>
          <a:prstGeom prst="rect">
            <a:avLst/>
          </a:prstGeom>
          <a:solidFill>
            <a:srgbClr val="253270"/>
          </a:solidFill>
          <a:ln w="12700">
            <a:solidFill>
              <a:srgbClr val="3A4A8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63040"/>
            <a:ext cx="1885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CubeMX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965960"/>
            <a:ext cx="16116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Pins, clocks and peripherals are clicked once. CubeMX writes the init code in C.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71750" y="1234440"/>
            <a:ext cx="1885950" cy="1783080"/>
          </a:xfrm>
          <a:prstGeom prst="rect">
            <a:avLst/>
          </a:prstGeom>
          <a:solidFill>
            <a:srgbClr val="253270"/>
          </a:solidFill>
          <a:ln w="25400">
            <a:solidFill>
              <a:srgbClr val="FFB3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71750" y="1463040"/>
            <a:ext cx="1885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96 MHz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708910" y="1965960"/>
            <a:ext cx="16116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needs exactly 48 MHz. 96 / 2 = 48 works, 100 MHz does not.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86300" y="1234440"/>
            <a:ext cx="1885950" cy="1783080"/>
          </a:xfrm>
          <a:prstGeom prst="rect">
            <a:avLst/>
          </a:prstGeom>
          <a:solidFill>
            <a:srgbClr val="253270"/>
          </a:solidFill>
          <a:ln w="12700">
            <a:solidFill>
              <a:srgbClr val="3A4A8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86300" y="1463040"/>
            <a:ext cx="1885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HAL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823460" y="1965960"/>
            <a:ext cx="16116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calls: port and pin, handle, timeout, a return status to check.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00850" y="1234440"/>
            <a:ext cx="1885950" cy="1783080"/>
          </a:xfrm>
          <a:prstGeom prst="rect">
            <a:avLst/>
          </a:prstGeom>
          <a:solidFill>
            <a:srgbClr val="253270"/>
          </a:solidFill>
          <a:ln w="25400">
            <a:solidFill>
              <a:srgbClr val="4CAF5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00850" y="1463040"/>
            <a:ext cx="1885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app.c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938010" y="1965960"/>
            <a:ext cx="16116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code. main.c only calls app_init() and app_loop() in USER CODE.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383280"/>
            <a:ext cx="8229600" cy="777240"/>
          </a:xfrm>
          <a:prstGeom prst="rect">
            <a:avLst/>
          </a:prstGeom>
          <a:solidFill>
            <a:srgbClr val="25327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383280"/>
            <a:ext cx="64008" cy="77724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4564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four are already done in today's project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" y="373075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click in CubeMX today. We use the result and look inside it.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48840"/>
            <a:ext cx="82296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and Upload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9728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git pull to a blinking LED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1: Open and Build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17  |  STM32: From Project to Working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817370" cy="1371600"/>
          </a:xfrm>
          <a:prstGeom prst="rect">
            <a:avLst/>
          </a:prstGeom>
          <a:solidFill>
            <a:srgbClr val="253270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98448"/>
            <a:ext cx="18173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 pull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" y="1645920"/>
            <a:ext cx="167106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repository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74570" y="16916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594610" y="1188720"/>
            <a:ext cx="1817370" cy="1371600"/>
          </a:xfrm>
          <a:prstGeom prst="rect">
            <a:avLst/>
          </a:prstGeom>
          <a:solidFill>
            <a:srgbClr val="253270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94610" y="1298448"/>
            <a:ext cx="18173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Folder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67762" y="1645920"/>
            <a:ext cx="167106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M4_L17/lesson16 - the folder with the .ioc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11980" y="16916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32020" y="1188720"/>
            <a:ext cx="1817370" cy="1371600"/>
          </a:xfrm>
          <a:prstGeom prst="rect">
            <a:avLst/>
          </a:prstGeom>
          <a:solidFill>
            <a:srgbClr val="253270"/>
          </a:solidFill>
          <a:ln w="25400">
            <a:solidFill>
              <a:srgbClr val="FFB3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2020" y="1298448"/>
            <a:ext cx="18173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 Up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05172" y="1645920"/>
            <a:ext cx="167106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STM32Cube panel -&gt; Set Up project -&gt; Debug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49390" y="16916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69430" y="1188720"/>
            <a:ext cx="1817370" cy="1371600"/>
          </a:xfrm>
          <a:prstGeom prst="rect">
            <a:avLst/>
          </a:prstGeom>
          <a:solidFill>
            <a:srgbClr val="253270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69430" y="1298448"/>
            <a:ext cx="18173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42582" y="1645920"/>
            <a:ext cx="167106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F7 -&gt; build/Debug/ lesson16.elf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697480"/>
            <a:ext cx="8229600" cy="86868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2788920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RAM:   12720 B   128 KB   9.70%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FLASH: ~41 KB    512 KB   ~8%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611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at the end of the build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950208"/>
            <a:ext cx="8229600" cy="658368"/>
          </a:xfrm>
          <a:prstGeom prst="rect">
            <a:avLst/>
          </a:prstGeom>
          <a:solidFill>
            <a:srgbClr val="25327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950208"/>
            <a:ext cx="64008" cy="658368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0233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the project folder, not the repository root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" y="4297680"/>
            <a:ext cx="7863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the STM32 extension finds no CMakeLists.txt and offers nothing to build.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2: Upload over USB (DFU)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17  |  STM32: From Project to Working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529840" cy="1051560"/>
          </a:xfrm>
          <a:prstGeom prst="rect">
            <a:avLst/>
          </a:prstGeom>
          <a:solidFill>
            <a:srgbClr val="253270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98448"/>
            <a:ext cx="252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Hold BOOT0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" y="1645920"/>
            <a:ext cx="2383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keep holding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87040" y="15316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07080" y="1188720"/>
            <a:ext cx="2529840" cy="1051560"/>
          </a:xfrm>
          <a:prstGeom prst="rect">
            <a:avLst/>
          </a:prstGeom>
          <a:solidFill>
            <a:srgbClr val="253270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07080" y="1298448"/>
            <a:ext cx="252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Tap NRST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0232" y="1645920"/>
            <a:ext cx="2383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and release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36920" y="15316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56960" y="1188720"/>
            <a:ext cx="2529840" cy="1051560"/>
          </a:xfrm>
          <a:prstGeom prst="rect">
            <a:avLst/>
          </a:prstGeom>
          <a:solidFill>
            <a:srgbClr val="253270"/>
          </a:solidFill>
          <a:ln w="25400">
            <a:solidFill>
              <a:srgbClr val="FFB3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56960" y="1298448"/>
            <a:ext cx="252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Release BOOT0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30112" y="1645920"/>
            <a:ext cx="2383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stays dark: ROM bootloader runs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6888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93776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STM32CubeProgrammer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USB, refresh, port USB1 -&gt; Connect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path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build/Debug/lesson16.elf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address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 - the .elf knows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/ Run after programming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ticked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USB1? Data cable (not charge-only) and repeat BOOT0 + NRST.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 at the End Is Normal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17  |  STM32: From Project to Working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5120640" cy="173736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49011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Download verified successfully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RUNNING Program ...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operation achieved successfully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Warning: Connection to device 0x431 is lost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Error: Establishing connection with device failed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lines of the CubeProgrammer log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60720" y="105156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verified successfully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chip leaves the bootloader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DFU device disappears from USB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CubeProgrammer cannot reconnect: red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8229600" cy="777240"/>
          </a:xfrm>
          <a:prstGeom prst="rect">
            <a:avLst/>
          </a:prstGeom>
          <a:solidFill>
            <a:srgbClr val="25327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291840"/>
            <a:ext cx="64008" cy="77724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3649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program is running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363931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 line means the bootloader is gone - exactly what we want. A new COM port appears instead.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3: Bare Board First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17  |  STM32: From Project to Working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5120640" cy="2423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490118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Lesson 16 - STM32F411 Black Pill, HAL, USB CDC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SYSCLK 96000000 Hz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I2C1 scan (PB6 SCL, PB7 SDA):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 device(s)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MPU-6050 not found at 0x68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BH1750 not found at 0x23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Press KEY to show this again.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5265 ms  lux n/a  acc n/a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Serial Monitor, any baud rate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60720" y="105156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Clock: correct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virtual COM port: works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I2C: nothing on the bus yet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opened late? Press KEY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794760"/>
            <a:ext cx="8229600" cy="777240"/>
          </a:xfrm>
          <a:prstGeom prst="rect">
            <a:avLst/>
          </a:prstGeom>
          <a:solidFill>
            <a:srgbClr val="2532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794760"/>
            <a:ext cx="64008" cy="7772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8679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thing at a time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414223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and USB are proven before a single wire is added. If the sensors fail later, the problem is the wiring.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4: Wire the Sensors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17  |  STM32: From Project to Working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377440"/>
                <a:gridCol w="2194560"/>
                <a:gridCol w="20116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pin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GY-521 (MPU-6050)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BH1750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 Pill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3V3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0x68 (AD0 low)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0x23 (ADDR low)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337560"/>
            <a:ext cx="8229600" cy="777240"/>
          </a:xfrm>
          <a:prstGeom prst="rect">
            <a:avLst/>
          </a:prstGeom>
          <a:solidFill>
            <a:srgbClr val="25327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3337560"/>
            <a:ext cx="64008" cy="77724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34107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3V3 only, never 5V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368503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modules carry their own pull-up resistors. Two sensors share the same two wires: that is the point of a bus.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Sensors: What You Should See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17  |  STM32: From Project to Working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219456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80101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I2C1 scan (PB6 SCL, PB7 SDA):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0x23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0x68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 device(s)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MPU-6050 WHO_AM_I = 0x68 (0x68 on a genuine part)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BH1750 ok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4512 ms  lux 213.3  acc 12 -40 1003 mg  temp 26.4 C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KEY after wiring: the scan runs again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118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 still empty?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LED off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VCC on 3V3, GND on GND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 on, 0 devices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 and SDA swapped? SCL = PB6, SDA = PB7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48840"/>
            <a:ext cx="82296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Inside app.c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9728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our code lives and how it runs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app.c: A Small State Machine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17  |  STM32: From Project to Working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108960" cy="214884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288950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main.c, USER CODE 2 */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app_init();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main.c, USER CODE 3 */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(1)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app_loop();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lines we add to main.c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49040" y="1051560"/>
            <a:ext cx="1432560" cy="1188720"/>
          </a:xfrm>
          <a:prstGeom prst="rect">
            <a:avLst/>
          </a:prstGeom>
          <a:solidFill>
            <a:srgbClr val="253270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1161288"/>
            <a:ext cx="143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WAIT_USB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22192" y="1508760"/>
            <a:ext cx="1286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blinks fast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81600" y="14630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501640" y="1051560"/>
            <a:ext cx="1432560" cy="1188720"/>
          </a:xfrm>
          <a:prstGeom prst="rect">
            <a:avLst/>
          </a:prstGeom>
          <a:solidFill>
            <a:srgbClr val="253270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01640" y="1161288"/>
            <a:ext cx="143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74792" y="1508760"/>
            <a:ext cx="1286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 to open the port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34200" y="14630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254240" y="1051560"/>
            <a:ext cx="1432560" cy="1188720"/>
          </a:xfrm>
          <a:prstGeom prst="rect">
            <a:avLst/>
          </a:prstGeom>
          <a:solidFill>
            <a:srgbClr val="253270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54240" y="1161288"/>
            <a:ext cx="143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27392" y="1508760"/>
            <a:ext cx="1286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500 ms: read, print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app_loop() never blocks: it checks HAL_GetTick() and returns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 pulled -&gt; back to WAIT_USB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Code in CubeMX leaves app.c untouched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Sensors, Two Styles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17  |  STM32: From Project to Working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977640" cy="187452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37581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MPU-6050: registers */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HAL_I2C_Mem_Read(&amp;hi2c1, MPU_ADDR,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0x3B, I2C_MEMADD_SIZE_8BIT,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b, 14, I2C_TIMEOUT_MS);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write 0x3B, repeated START,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read 14 bytes: accel, temp, gyro */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051560"/>
            <a:ext cx="3977640" cy="187452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18888" y="1143000"/>
            <a:ext cx="37581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BH1750: commands, no registers */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bh_send(0x01); /* power on      */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bh_send(0x10); /* continuous H  */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HAL_I2C_Master_Receive(&amp;hi2c1,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BH_ADDR, b, 2, I2C_TIMEOUT_MS);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lux = raw / 1.2 */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8229600" cy="868680"/>
          </a:xfrm>
          <a:prstGeom prst="rect">
            <a:avLst/>
          </a:prstGeom>
          <a:solidFill>
            <a:srgbClr val="2532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154680"/>
            <a:ext cx="64008" cy="86868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2278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bus, different conversation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350215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 wants the address shifted left by one: 0x68 &lt;&lt; 1. No %f in printf (newlib-nano), so values are printed in tenths.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Homework 17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17  |  STM32: From Project to Working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2590800" cy="2103120"/>
          </a:xfrm>
          <a:prstGeom prst="rect">
            <a:avLst/>
          </a:prstGeom>
          <a:solidFill>
            <a:srgbClr val="253270"/>
          </a:solidFill>
          <a:ln w="25400">
            <a:solidFill>
              <a:srgbClr val="FFB3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37160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Night light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2316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10 lx: LED on. 10..300 lx: toggles. Above 300 lx: off. Limits are named constants.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76600" y="1143000"/>
            <a:ext cx="2590800" cy="2103120"/>
          </a:xfrm>
          <a:prstGeom prst="rect">
            <a:avLst/>
          </a:prstGeom>
          <a:solidFill>
            <a:srgbClr val="253270"/>
          </a:solidFill>
          <a:ln w="25400">
            <a:solidFill>
              <a:srgbClr val="FFB3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76600" y="137160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Orientation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413760" y="1874520"/>
            <a:ext cx="2316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&gt;= 700 mg: FLAT. az &lt;= -700 mg: UPSIDE DOWN. Otherwise ON EDGE. Printed at the end of each line.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143000"/>
            <a:ext cx="2590800" cy="2103120"/>
          </a:xfrm>
          <a:prstGeom prst="rect">
            <a:avLst/>
          </a:prstGeom>
          <a:solidFill>
            <a:srgbClr val="253270"/>
          </a:solidFill>
          <a:ln w="25400">
            <a:solidFill>
              <a:srgbClr val="4CAF5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96000" y="137160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233160" y="1874520"/>
            <a:ext cx="2316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"-&gt; now UPSIDE DOWN" once per change. Hint: a static variable.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520440"/>
            <a:ext cx="8229600" cy="777240"/>
          </a:xfrm>
          <a:prstGeom prst="rect">
            <a:avLst/>
          </a:prstGeom>
          <a:solidFill>
            <a:srgbClr val="25327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520440"/>
            <a:ext cx="64008" cy="77724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5935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 in your own copy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386791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M4_L17/lesson16 to homework/&lt;name&gt;/lesson16. Change only Core/Src/app.c. Details: homework/README.md.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17  |  STM32: From Project to Working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generated project is a normal folder: open, set up, build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DFU: BOOT0 + NRST, .elf without a start address, red at the end is fine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up in order: clock -&gt; USB -&gt; bus -&gt; sensors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MPU-6050 is register based, BH1750 is command based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code stays in app.c, so CubeMX can regenerate at any time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8229600" cy="685800"/>
          </a:xfrm>
          <a:prstGeom prst="rect">
            <a:avLst/>
          </a:prstGeom>
          <a:solidFill>
            <a:srgbClr val="25327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840480"/>
            <a:ext cx="64008" cy="68580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9136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Homework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41879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light and orientation in app.c - see M4_L17/homework/README.md.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17 - STM32: From Project to Working Demo</dc:title>
  <dc:subject>PptxGenJS Presentation</dc:subject>
  <dc:creator>Embedded Software Development in C/C++</dc:creator>
  <cp:lastModifiedBy>Embedded Software Development in C/C++</cp:lastModifiedBy>
  <cp:revision>1</cp:revision>
  <dcterms:created xsi:type="dcterms:W3CDTF">2026-10-30T14:05:33Z</dcterms:created>
  <dcterms:modified xsi:type="dcterms:W3CDTF">2026-10-30T14:05:33Z</dcterms:modified>
</cp:coreProperties>
</file>