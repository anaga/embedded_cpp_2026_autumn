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Variables, Types and Arithmetic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bits in memory to a temperature on the screen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Software Development in C/C++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 Super Mini  |  Session 5 of 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  |  Variables, Types and Arithmetic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a program uses lives somewhere in memory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decides how many bytes that is, and which values fit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arithmetic on a microcontroller follows rules that surprise you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hour: a potentiometer on your board, printing a temperature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840480"/>
            <a:ext cx="64008" cy="777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879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 your board prints a temperature between -40 and +140 F, and you can explain every line of the program that does it.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and Variables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board actually stores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is a row of numbered boxes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  |  Variables, Types and Arithmetic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1089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 in that 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0x3FC80000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00011001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number 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0x3FC80001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01000001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number 65, or the letter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0x3FC80002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11111111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number 255, or the number -1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8803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stores bits. That is all it stores.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is the instruction for how to read them.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bits, different type, different value.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variable has three properties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  |  Variables, Types and Arithmetic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0" y="1143000"/>
            <a:ext cx="4572000" cy="64008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95728" y="1234440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red = 25U;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2590800" cy="16459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1945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231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call it in the source. The chip never sees 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76600" y="1965960"/>
            <a:ext cx="2590800" cy="16459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76600" y="21945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Address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13760" y="2697480"/>
            <a:ext cx="231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box in memory holds the value.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6000" y="1965960"/>
            <a:ext cx="2590800" cy="16459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96000" y="21945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Size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233160" y="2697480"/>
            <a:ext cx="231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boxes it takes. The type decides.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40480"/>
            <a:ext cx="64008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size matters here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41879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laptop has gigabytes of memory. This board has 400 kB in total. Size is not a detail.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the compiler: sizeof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  |  Variables, Types and Arithmetic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846320" cy="288036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462686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&lt;stdint.h&gt;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 small  = 7U;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uint16_t medium = 7U;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 large  = 7U;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Serial.println(sizeof(small));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Serial.println(sizeof(medium));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Serial.println(sizeof(large));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132588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value 7 in all three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boxes, different counts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1, then 2, then 4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 first, then run it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and Their Limits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type has an edge, and values fall off it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types we use in this course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  |  Variables, Types and Arithmetic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2377440"/>
                <a:gridCol w="23774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uint8_t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int8_t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uint16_t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65535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int16_t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-32768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32767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int32_t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-2147483648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2147483647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840480"/>
            <a:ext cx="64008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Reading the names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41879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means unsigned: zero and upwards, no negative values. The number is how many bits.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not just write int?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  |  Variables, Types and Arithmetic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is not the same size everywhere: 4 bytes here, 2 bytes on other chips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uint8_t means exactly one byte, on every machine, forever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values and hardware registers have fixed widths; your variables should match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rule: fixed-width types for anything that touches hardware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840480"/>
            <a:ext cx="64008" cy="7772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 rule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8795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Unsigned constants carry an explicit suffix: 500U, 3U. It tells both the compiler and the next reader what you meant.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at the edge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  |  Variables, Types and Arithmetic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846320" cy="2103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46268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uint8_t counter = 250U;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(uint8_t i = 0U; i &lt; 8U; i++)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Serial.println(counter);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counter = counter + 1U;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11430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250 251 252 253 254 255 0 1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error. No warning. It simply wraps.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int8_t does the same: 120 + 10 gives -126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25327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566160"/>
            <a:ext cx="64008" cy="91440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639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not a bug in 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9136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has 256 possible values. After the last one it starts again from the first. Choosing a type means choosing where that edge sits.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Arithmetic That Surprises You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division does not do what school taught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Integer division cuts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  |  Variables, Types and Arithmetic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846320" cy="1280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4626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Serial.println(5 / 9);      // 0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Serial.println(9 / 5);      // 1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Serial.println(-5 / 2);     // -2, not -3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77840" y="105156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fraction to store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after the point is dropped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Dropped, not rounded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Negatives cut toward zero too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846320" cy="100584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743200"/>
            <a:ext cx="64008" cy="10058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8163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this bites you tonight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09067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conversion formula contains 5 / 9. Written on its own, that is zero, and the whole result becomes zero with it.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order changes the answer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  |  Variables, Types and Arithmetic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669280" cy="164592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54498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int16_t f = 100;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int16_t a = (f - 32) * 5 / 9;   // 37, correct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int16_t b = (f - 32) / 9 * 5;   // 35, wrong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105156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first, divide last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compile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look reasonable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warns you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8229600" cy="822960"/>
          </a:xfrm>
          <a:prstGeom prst="rect">
            <a:avLst/>
          </a:prstGeom>
          <a:solidFill>
            <a:srgbClr val="25327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26080"/>
            <a:ext cx="64008" cy="8229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99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points you can check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2735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 F is exactly -40 C. 32 F is exactly 0 C. If your program agrees on both, the formula is right.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Conditions and loops, the short version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  |  Variables, Types and Arithmetic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394960" cy="2606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517550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(celsius &lt; 0)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Serial.println("below freezing");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Serial.println("above freezing");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loop() is already a forever loop.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Everything you write there repeats.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234440"/>
            <a:ext cx="2651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compares, = assigns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braces hold what runs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exactly this much to read tonight's homework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the Board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Potentiometer, serial monitor, and your homework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Wiring the potentiometer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  |  Variables, Types and Arithmetic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32918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Potentiometer pin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 pin (wiper)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outer pin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3V3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the README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outer pin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legs go straight into the breadboard. No soldering.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knob changes the voltage on the middle pin.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840480"/>
            <a:ext cx="64008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the knob works backwards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41879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two outer pins. Nothing is damaged, the direction simply reverses.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program you are given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  |  Variables, Types and Arithmetic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394960" cy="2606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143000"/>
            <a:ext cx="517550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Already written and working: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uint16_t counts = readPotentiometer();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int16_t fahrenheit = mapToFahrenheit(counts);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Serial.print("F = ");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Serial.println(fahrenheit);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TODO: print the same temperature in Celsius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234440"/>
            <a:ext cx="2651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knob: done for you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to Fahrenheit: done for you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arithmetic: yours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 only. No float.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  |  Variables, Types and Arithmetic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holds bits; the type decides how they are read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Fixed-width types make the size and the range visible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wrap at the edge of their type, silently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division cuts, and the order of operations changes the result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794760"/>
            <a:ext cx="64008" cy="82296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422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Fahrenheit reading to Celsius using whole-number arithmetic. Check your result at -40 F and at 32 F. Commit and push before the next session.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05 - Variables, Types and Arithmetic</dc:title>
  <dc:subject>PptxGenJS Presentation</dc:subject>
  <dc:creator>Embedded Software Development in C/C++</dc:creator>
  <cp:lastModifiedBy>Embedded Software Development in C/C++</cp:lastModifiedBy>
  <cp:revision>1</cp:revision>
  <dcterms:created xsi:type="dcterms:W3CDTF">2026-09-16T08:33:16Z</dcterms:created>
  <dcterms:modified xsi:type="dcterms:W3CDTF">2026-09-16T08:33:16Z</dcterms:modified>
</cp:coreProperties>
</file>