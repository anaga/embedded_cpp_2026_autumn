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ADCF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640080"/>
            <a:ext cx="914400" cy="914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08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57200" y="201168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Structs, Classes and PWM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3200400" y="2926080"/>
            <a:ext cx="2743200" cy="27432"/>
          </a:xfrm>
          <a:prstGeom prst="rect">
            <a:avLst/>
          </a:prstGeom>
          <a:solidFill>
            <a:srgbClr val="3A4A8A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eight colours to sixteen million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Software Development in C/C++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4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ESP32-C3 Super Mini  |  Session 8 of 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005840" cy="3200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7091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08  |  Structs, Classes and PWM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7091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Structs: values that belong together travel together</a:t>
            </a:r>
            <a:endParaRPr lang="en-US" sz="1500" dirty="0"/>
          </a:p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class: an object that owns three pins</a:t>
            </a:r>
            <a:endParaRPr lang="en-US" sz="1500" dirty="0"/>
          </a:p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PWM: how a digital pin produces something between on and off</a:t>
            </a:r>
            <a:endParaRPr lang="en-US" sz="1500" dirty="0"/>
          </a:p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PWM moves inside the class, and nothing outside it changes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8229600" cy="777240"/>
          </a:xfrm>
          <a:prstGeom prst="rect">
            <a:avLst/>
          </a:prstGeom>
          <a:solidFill>
            <a:srgbClr val="253270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3840480"/>
            <a:ext cx="64008" cy="7772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9136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Goal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418795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 your LED can show any colour, and the code that asks for a colour does not know how the LED works.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48840"/>
            <a:ext cx="822960" cy="54864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97280" y="2240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97280" y="3063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name for several values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numbers that belong together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005840" cy="3200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7091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08  |  Structs, Classes and PWM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7091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5669280" cy="2606040"/>
          </a:xfrm>
          <a:prstGeom prst="rect">
            <a:avLst/>
          </a:prstGeom>
          <a:solidFill>
            <a:srgbClr val="0D1117"/>
          </a:solidFill>
          <a:ln w="12700">
            <a:solidFill>
              <a:srgbClr val="3A4A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143000"/>
            <a:ext cx="5449824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 Colour {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uint8_t red;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uint8_t green;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uint8_t blue;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Colour warm = { 255U, 120U, 0U };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Serial.println(warm.red);      // 255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234440"/>
            <a:ext cx="2377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array holds many of one thing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 holds a few different things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field has its own name and type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dot reaches a field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struct is a value, not a pointer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005840" cy="3200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7091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08  |  Structs, Classes and PWM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7091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6949440" cy="2103120"/>
          </a:xfrm>
          <a:prstGeom prst="rect">
            <a:avLst/>
          </a:prstGeom>
          <a:solidFill>
            <a:srgbClr val="0D1117"/>
          </a:solidFill>
          <a:ln w="12700">
            <a:solidFill>
              <a:srgbClr val="3A4A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143000"/>
            <a:ext cx="67299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Colour a = { 10U, 20U, 30U };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Colour b = a;          // b is a separate copy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b.red = 99U;           // a.red is still 10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show(const Colour *c);   // no copy, and read only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Colour dim(Colour c);         // takes a copy, returns a new one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383280"/>
            <a:ext cx="8229600" cy="868680"/>
          </a:xfrm>
          <a:prstGeom prst="rect">
            <a:avLst/>
          </a:prstGeom>
          <a:solidFill>
            <a:srgbClr val="253270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383280"/>
            <a:ext cx="64008" cy="86868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bytes are cheap to copy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3730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small struct, passing a copy is fine and safer. For a big one, pass a pointer. The rule is the same as for any other value.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48840"/>
            <a:ext cx="822960" cy="54864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97280" y="2240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First Class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97280" y="3063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 that can also do things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class: data plus behaviour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005840" cy="3200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7091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08  |  Structs, Classes and PWM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7091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5852160" cy="3154680"/>
          </a:xfrm>
          <a:prstGeom prst="rect">
            <a:avLst/>
          </a:prstGeom>
          <a:solidFill>
            <a:srgbClr val="0D1117"/>
          </a:solidFill>
          <a:ln w="12700">
            <a:solidFill>
              <a:srgbClr val="3A4A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143000"/>
            <a:ext cx="5632704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RgbLed {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RgbLed(uint8_t red, uint8_t green, uint8_t blue);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begin(void);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setColour(Colour c);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uint8_t m_red;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uint8_t m_green;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uint8_t m_blue;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92240" y="1325880"/>
            <a:ext cx="2194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public: what others may use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private: what only the class touches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m_ marks a field, so a local never hides one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constructor runs at birth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005840" cy="3200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7091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08  |  Structs, Classes and PWM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7091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6949440" cy="2651760"/>
          </a:xfrm>
          <a:prstGeom prst="rect">
            <a:avLst/>
          </a:prstGeom>
          <a:solidFill>
            <a:srgbClr val="0D1117"/>
          </a:solidFill>
          <a:ln w="12700">
            <a:solidFill>
              <a:srgbClr val="3A4A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143000"/>
            <a:ext cx="672998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RgbLed::RgbLed(uint8_t red, uint8_t green, uint8_t blue)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: m_red(red), m_green(green), m_blue(blue) {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RgbLed::begin(void) {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pinMode(m_red, OUTPUT);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pinMode(m_green, OUTPUT);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pinMode(m_blue, OUTPUT);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840480"/>
            <a:ext cx="8229600" cy="777240"/>
          </a:xfrm>
          <a:prstGeom prst="rect">
            <a:avLst/>
          </a:prstGeom>
          <a:solidFill>
            <a:srgbClr val="25327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840480"/>
            <a:ext cx="64008" cy="77724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9136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begin() and not the constructor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418795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made before setup() runs exists before the chip is ready. Remember the pins in the constructor, touch the hardware in begin().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the object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005840" cy="3200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7091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08  |  Structs, Classes and PWM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7091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5669280" cy="2606040"/>
          </a:xfrm>
          <a:prstGeom prst="rect">
            <a:avLst/>
          </a:prstGeom>
          <a:solidFill>
            <a:srgbClr val="0D1117"/>
          </a:solidFill>
          <a:ln w="12700">
            <a:solidFill>
              <a:srgbClr val="3A4A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143000"/>
            <a:ext cx="5449824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const Colour RED = { 255U, 0U, 0U };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RgbLed led(PIN_RED, PIN_GREEN, PIN_BLUE);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setup(void) {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led.begin();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led.setColour(RED);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234440"/>
            <a:ext cx="23774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object, one LED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LED is a second object, same class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led.m_red is not allowed: it is private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48840"/>
            <a:ext cx="822960" cy="54864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97280" y="2240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PWM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97280" y="3063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on and off, very fast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pin has two states, and no middle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005840" cy="3200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7091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08  |  Structs, Classes and PWM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7091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digitalWrite can only give 0 V or 3.3 V</a:t>
            </a:r>
            <a:endParaRPr lang="en-US" sz="1500" dirty="0"/>
          </a:p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pin is switched on and off thousands of times a second</a:t>
            </a:r>
            <a:endParaRPr lang="en-US" sz="1500" dirty="0"/>
          </a:p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eye cannot follow that; it averages what it sees</a:t>
            </a:r>
            <a:endParaRPr lang="en-US" sz="1500" dirty="0"/>
          </a:p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 of time spent on is called the duty cycle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657600"/>
                <a:gridCol w="292608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A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A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eye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A8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off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a quarter of the 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half the 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settings to choose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005840" cy="3200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7091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08  |  Structs, Classes and PWM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7091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645920"/>
                <a:gridCol w="45720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A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 use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A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A8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5000 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slower starts to flicker, especially at the edge of vision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bits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steps, and a step fits in a uint8_t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duty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 &lt;&lt; 8) - 1, the same edge as always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108960"/>
            <a:ext cx="8229600" cy="914400"/>
          </a:xfrm>
          <a:prstGeom prst="rect">
            <a:avLst/>
          </a:prstGeom>
          <a:solidFill>
            <a:srgbClr val="253270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3108960"/>
            <a:ext cx="64008" cy="9144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318211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More bits are not always better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345643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and resolution share the same timer. Ask for both too high and the chip cannot deliver. For an LED, 8 bits at 5 kHz is comfortable.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PWM on the ESP32-C3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005840" cy="3200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7091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08  |  Structs, Classes and PWM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7091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solidFill>
            <a:srgbClr val="0D1117"/>
          </a:solidFill>
          <a:ln w="12700">
            <a:solidFill>
              <a:srgbClr val="3A4A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143000"/>
            <a:ext cx="8010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const uint32_t PWM_FREQ_HZ = 5000U;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const uint8_t PWM_BITS = 8U;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ledcAttach(PIN_RED, PWM_FREQ_HZ, PWM_BITS);   // once, in begin()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ledcWrite(PIN_RED, 128U);                     // any time after that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310896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ledcAttach replaces pinMode for that pin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ledcWrite replaces digitalWrite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analogWrite(pin, value) does the same with default settings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LED counts backwards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005840" cy="3200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7091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08  |  Structs, Classes and PWM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7091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6400800" cy="1828800"/>
          </a:xfrm>
          <a:prstGeom prst="rect">
            <a:avLst/>
          </a:prstGeom>
          <a:solidFill>
            <a:srgbClr val="0D1117"/>
          </a:solidFill>
          <a:ln w="12700">
            <a:solidFill>
              <a:srgbClr val="3A4A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143000"/>
            <a:ext cx="61813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const uint8_t PWM_MAX = 255U;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common anode: the pin sinks the current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 is full brightness, 255 is off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ledcWrite(m_red, PWM_MAX - c.red);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0"/>
            <a:ext cx="8229600" cy="868680"/>
          </a:xfrm>
          <a:prstGeom prst="rect">
            <a:avLst/>
          </a:prstGeom>
          <a:solidFill>
            <a:srgbClr val="253270"/>
          </a:solidFill>
          <a:ln w="12700">
            <a:solidFill>
              <a:srgbClr val="FF52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200400"/>
            <a:ext cx="64008" cy="868680"/>
          </a:xfrm>
          <a:prstGeom prst="rect">
            <a:avLst/>
          </a:prstGeom>
          <a:solidFill>
            <a:srgbClr val="FF5252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2735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25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first thing that will go wrong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3547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red and get cyan, ask for black and get white. One subtraction, in one place inside the class, and every caller is spared it.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48840"/>
            <a:ext cx="822960" cy="54864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97280" y="2240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Sixteen Million Colours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97280" y="3063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changes inside, the calls do not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Same class, new insides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005840" cy="3200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7091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08  |  Structs, Classes and PWM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7091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6766560" cy="2377440"/>
          </a:xfrm>
          <a:prstGeom prst="rect">
            <a:avLst/>
          </a:prstGeom>
          <a:solidFill>
            <a:srgbClr val="0D1117"/>
          </a:solidFill>
          <a:ln w="12700">
            <a:solidFill>
              <a:srgbClr val="3A4A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143000"/>
            <a:ext cx="65471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RgbLed::setColour(Colour c) {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ledcWrite(m_red,   PWM_MAX - c.red);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ledcWrite(m_green, PWM_MAX - c.green);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ledcWrite(m_blue,  PWM_MAX - c.blue);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led.setColour(warm);    // this line never changed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566160"/>
            <a:ext cx="8229600" cy="868680"/>
          </a:xfrm>
          <a:prstGeom prst="rect">
            <a:avLst/>
          </a:prstGeom>
          <a:solidFill>
            <a:srgbClr val="25327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566160"/>
            <a:ext cx="64008" cy="86868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363931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That is what the class bought you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39136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digitalWrite became ledcWrite, eight colours became millions, and not one line outside the class had to be touched.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Mixing by numbers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005840" cy="3200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7091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08  |  Structs, Classes and PWM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7091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18288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A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A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A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A8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Yellow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 white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7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270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2004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x 256 x 256 combinations, and no new wiring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looks brighter than red at the same number: the eye, not a bug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Tonight: the colour wheel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005840" cy="3200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7091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08  |  Structs, Classes and PWM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7091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the colours in a circle: red -&gt; yellow -&gt; green -&gt; cyan -&gt; blue -&gt; magenta -&gt; red</a:t>
            </a:r>
            <a:endParaRPr lang="en-US" sz="1500" dirty="0"/>
          </a:p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decides where you are on that circle: the hue, 0 to 359</a:t>
            </a:r>
            <a:endParaRPr lang="en-US" sz="1500" dirty="0"/>
          </a:p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potentiometer sets that number, so the knob picks the colour</a:t>
            </a:r>
            <a:endParaRPr lang="en-US" sz="1500" dirty="0"/>
          </a:p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the knob a full turn walks the whole wheel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3474720"/>
            <a:ext cx="8229600" cy="868680"/>
          </a:xfrm>
          <a:prstGeom prst="rect">
            <a:avLst/>
          </a:prstGeom>
          <a:solidFill>
            <a:srgbClr val="253270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3474720"/>
            <a:ext cx="64008" cy="86868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54787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you need, you now have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382219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 to carry a colour, a class to drive the LED, PWM to make the shades, and the knob you already know how to read.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005840" cy="3200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7091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08  |  Structs, Classes and PWM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0" y="47091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 groups values; a class adds what can be done with them</a:t>
            </a:r>
            <a:endParaRPr lang="en-US" sz="1500" dirty="0"/>
          </a:p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keeps the inside of an object the owner's business</a:t>
            </a:r>
            <a:endParaRPr lang="en-US" sz="1500" dirty="0"/>
          </a:p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constructor remembers, begin() touches the hardware</a:t>
            </a:r>
            <a:endParaRPr lang="en-US" sz="1500" dirty="0"/>
          </a:p>
          <a:p>
            <a:pPr marL="342900" indent="-342900">
              <a:lnSpc>
                <a:spcPct val="135000"/>
              </a:lnSpc>
              <a:buSzPct val="100000"/>
              <a:buChar char="■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PWM turns a two-state pin into 256 levels of brightness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3794760"/>
            <a:ext cx="8229600" cy="822960"/>
          </a:xfrm>
          <a:prstGeom prst="rect">
            <a:avLst/>
          </a:prstGeom>
          <a:solidFill>
            <a:srgbClr val="25327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3794760"/>
            <a:ext cx="64008" cy="82296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86791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414223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colour wheel: the knob picks the hue, the LED shows it. Details are in homework/README.md.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08 - Structs, Classes and PWM</dc:title>
  <dc:subject>PptxGenJS Presentation</dc:subject>
  <dc:creator>Embedded Software Development in C/C++</dc:creator>
  <cp:lastModifiedBy>Embedded Software Development in C/C++</cp:lastModifiedBy>
  <cp:revision>1</cp:revision>
  <dcterms:created xsi:type="dcterms:W3CDTF">2026-09-23T05:33:35Z</dcterms:created>
  <dcterms:modified xsi:type="dcterms:W3CDTF">2026-09-23T05:33:35Z</dcterms:modified>
</cp:coreProperties>
</file>