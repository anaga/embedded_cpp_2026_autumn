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Firmware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PlatformIO  |  Blink and button  |  git workflow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Intelligence  |  ESP32-C3 Super Mini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90800" cy="2331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PlatformIO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toolchain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anatomy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platformio.ini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137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upload, 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on GPIO 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BOOT button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60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331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add, commit,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refuses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end of today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you wrote is running on your board, and the source code is on GitHub.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and PlatformIO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you will use every single session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90800" cy="2331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1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read and write code.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microcontrollers by itself.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4630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1965960"/>
            <a:ext cx="231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system.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compiler, builds the firmware, uploads it, opens the serial monitor.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4630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Toolchain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1965960"/>
            <a:ext cx="231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+ linker + upload tool for a specific chip.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per platform, automatically, on first build.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environment for the whole course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ESP32-C3, STM32 and RP2350 are all driven from the same PlatformIO setup.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Installing PlatformIO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from code.visualstudio.com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(Ctrl+Shift+X) -&gt; search "PlatformIO IDE" -&gt; Install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"PlatformIO Core installed" - the alien head icon appears in the sidebar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VS Code once if the icon does not appear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20440"/>
            <a:ext cx="64008" cy="10058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build is slow - that is normal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86791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downloads the whole ESP32 toolchain (~1 GB) on the first build. On classroom WiFi this takes minutes. Start it, let it run, do not cancel.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Anatomy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937760" cy="2194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718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lesson-02/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platformio.ini    &lt;- the project definition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main.cpp        &lt;- your code lives here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include/          &lt;- your headers (.h)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lib/              &lt;- project-local libraries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.pio/             &lt;- build output. Generated.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Never edit, never commit.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11430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= one project = one platformio.ini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PlatformIO: Home -&gt; New Project, or clone one that already exists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20440"/>
            <a:ext cx="64008" cy="1005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project is text files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6791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matters is main.cpp plus platformio.ini. That is why the whole project goes into git and builds identically on any machine.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platformio.ini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57200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352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[env:lolin_c3_mini]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= espressif32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= lolin_c3_mini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= arduino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monitor_speed = 115200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0972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which chip family and toolchain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our ESP32-C3 Super Mini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the API our code is written against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monitor_speed: must match Serial.begin()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20440"/>
            <a:ext cx="64008" cy="10058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lines, three sources of silent failure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6791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board id -&gt; firmware for the wrong chip. Wrong monitor_speed -&gt; garbage in the serial monitor. Wrong framework -&gt; nothing compiles.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Build, Upload, Monitor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90800" cy="2331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mark in the status bar.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and links.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appear here first.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234440"/>
            <a:ext cx="2590800" cy="2331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137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arrow in the status bar.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then flashes over USB.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60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331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icon in the status bar.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Serial output.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Ctrl+C in the terminal.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703320"/>
            <a:ext cx="64008" cy="8686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fails or the port is missing?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Close the serial monitor - it holds the port. 2) Check the USB cable - charge-only cables have no data lines. 3) Try the other USB connector on the board.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Blink, Serial, Button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programs that prove the whole chain works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75488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53542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LED_PIN = 8U;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uint32_t BLINK_MS = 500U;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pinMode(LED_PIN, OUTPUT);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digitalWrite(LED_PIN, LOW);   // 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delay(BLINK_MS);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digitalWrite(LED_PIN, HIGH);  // OFF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delay(BLINK_MS);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runs once at boot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runs forever after it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LED_PIN and BLINK_MS: named constants at the top, no magic numbers below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uint8_t / uint32_t: fixed-width types, always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LOW Means 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status LED on this board sits between 3.3V and GPIO 8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GPIO pin is on the cathode side and sinks current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LOW -&gt; current flows -&gt; LED on. Pin HIGH -&gt; no current -&gt; LED off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active-low, and it is everywhere in embedded: buttons, resets, chip-select 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611880"/>
            <a:ext cx="64008" cy="9144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85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8 is also a strapping pin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959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HIGH at reset for normal boot - the board's own pull-up takes care of that. Later, when we hang external hardware on pins, GPIO 2, 8 and 9 are the ones to treat with care.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Serial: Your First Debugging Tool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75488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5354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Serial.begin(115200U);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pinMode(LED_PIN, OUTPUT);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digitalWrite(LED_PIN, LOW);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Serial.println("LED on");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delay(BLINK_MS);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digitalWrite(LED_PIN, HIGH);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Serial.println("LED off");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delay(BLINK_MS);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23444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here = monitor_speed there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 is how firmware talks back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misbehaves, the first question is always: what does Serial say?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a Button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75488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5354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BUTTON_PIN = 9U;  // BOOT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pinMode(BUTTON_PIN, INPUT_PULLUP);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pinMode(LED_PIN, OUTPUT);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(digitalRead(BUTTON_PIN) == LOW)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digitalWrite(LED_PIN, LOW);   // pressed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digitalWrite(LED_PIN, HIGH);  // released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0515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has two buttons: RESET restarts the chip, BOOT sits on GPIO 9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boot, BOOT is just a button: pressed connects the pin to ground, so pressed reads LOW - active-low again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GPIO 9 is a strapping pin: held LOW during reset it enters the serial bootloader. Do not hold it while resetting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delay() here: loop() polls the pin thousands of times per second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Workflow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assignment in this course is handed in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add, commit, push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901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embedded-cpp-2026-autumn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                     # start current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edit code ...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                  # what changed?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lesson-02/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"lesson-02: blink with button"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188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first, push last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messages: English, ASCII, say what the change is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when something works, not once at midnight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0332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commit .pio/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050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 is generated, huge, and machine-specific. The .gitignore in the course repository already excludes it - do not force-add 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git Refuses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  <a:gridCol w="2880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fetch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has commits you do not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pull, then push again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conflict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lines changed twice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the marked file, add, 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denied (publickey)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key problem from lesson 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-T git@github.com to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git repository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in the wrong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into the cloned repository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03320"/>
            <a:ext cx="64008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message before asking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050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error messages usually contain the fix. Reading them is a course skill, same as reading a datasheet.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|  First Firmware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turns VS Code into the whole embedded toolchain: build, upload, monitor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is platformio.ini plus src/ - everything else is generated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proves the chain: compiler -&gt; USB -&gt; flash -&gt; running code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LED (GPIO 8) and the BOOT button (GPIO 9) are both active-low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flows through git: pull, edit, add, commit, push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LED blink a morse-style pattern and control it with the button - scaffold in lesson-02/homework. Commit and push before the next session.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02 - First Firmware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2026-09-02T12:50:32Z</dcterms:created>
  <dcterms:modified xsi:type="dcterms:W3CDTF">2026-09-02T12:50:32Z</dcterms:modified>
</cp:coreProperties>
</file>