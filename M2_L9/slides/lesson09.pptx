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and Overloading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why two buttons need two objects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9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a second name for a variable that already exists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Overloading: one name, several versions, chosen by the arguments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button, and the moment static stops being enough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class: every object remembers for itself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two buttons work side by side without disturbing each other, and you have the parts for a two-player game.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name for the same box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second name for the same box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58368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364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count = 5U;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&amp;alias = count;    // alias is another name for count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= 7U;                // count is now 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box is made: alias and count are the same memory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tied to something when it is created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tied, it can never point anywhere else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hand over a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*c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&amp;c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f(&amp;x)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change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nullptr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reached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c-&gt;red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47472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reference is a pointer that behaves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22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the same job as a pointer, but it cannot be empty, cannot be moved, and needs no &amp; or * at the call.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you will use most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setColour(const Colour &amp;c);           // no copy, read only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led.setColour(warm);                       // called like a copy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: the function works on the original, nothing is copied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: and it promises not to change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call it looks exactly like passing a copy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default for anything bigger than a number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like a pointer, safe like a copy. For a single uint8_t, a plain copy is still fine.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several versions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name, different inputs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setColour(const Colour &amp;c);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setColour(uint8_t red, uint8_t green, uint8_t blue);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led.setColour(warm);               // the first one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led.setColour(255U, 120U, 0U);     // the second 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picks by the number and the types of the arguments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uses whichever form is handier at that moment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 this would need two names: setColour and setColourRgb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work once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RgbLed::setColour(uint8_t red, uint8_t green, uint8_t blue)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Colour c = { red, green, blue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setColour(c);                    // hand over to the other one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 does the real work; the others only translate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fixed there is fixed for every form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4904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type alone is not enough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uint8_t read() and int16_t read() cannot live together: the call read() looks the same for both. The parameters have to differ.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Buttons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static stops being enough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second button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A, player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0 and 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B, player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 and 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5, 6, 7 as before, common anode to 3V3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9260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999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buttons use INPUT_PULLUP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2735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resistors. Not pressed reads HIGH, pressed reads LOW, exactly as in lesson 07.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obvious way, and why it breaks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isButtonPressed(uint8_t pin)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uint8_t previous = HIGH;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uint32_t last_change_ms = 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the same as in lesson 07 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isButtonPressed(PIN_A);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isButtonPressed(PIN_B);    // the same previous, the same timer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buttons now share one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writes previous, button B overwrites it, and each one restarts the other's timer. Hold A and press B: B is never counted.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belongs to the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function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static variables, made once, shared by every single call.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801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buttons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20116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two memories: two previous states and two timers.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2801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5087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20116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memory into an object. One object per button.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what objects are for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describes what one button needs to remember. Every object gets its own copy.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Button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0840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Button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Button(uint8_t pin);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begin(void);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wasPressed(void);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m_pin;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m_previous;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m_last_change_ms;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statics became fields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has its own pair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wasPressed() is true once per press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begin() sets INPUT_PULLUP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objects, two memories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58368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364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player1(PIN_A);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player2(PIN_B);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(player1.wasPressed()) { /* ... */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(player2.wasPressed()) { /* ... */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third button is one more 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debounce logic is written once, inside the class. Each object runs it on its own pin with its own memory.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Reaction Game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players, two buttons, one LED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is off. Both players wait with a finger on their button.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random pause of 2 to 5 seconds, the LED turns green.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to press wins; the LED shows that player's colour.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before green and it is a false start: the other player wins.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 monitor shows the reaction time and the score.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4904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already have every part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 objects, the RgbLed class, millis() for time, and one new function: random(), for the pause nobody can guess.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|  References, Overloading and a Button Class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 second name; const &amp; passes without a copy and without a pointer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Overloads share a name and differ in their parameters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belongs to the function, so it cannot tell two buttons apart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carries its own state: one Button per button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two-player reaction game. Details are in homework/README.md.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09 - References, Overloading and a Button Class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2026-09-27T15:06:04Z</dcterms:created>
  <dcterms:modified xsi:type="dcterms:W3CDTF">2026-09-27T15:06:04Z</dcterms:modified>
</cp:coreProperties>
</file>