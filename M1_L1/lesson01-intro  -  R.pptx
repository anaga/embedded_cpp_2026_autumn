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86" d="100"/>
          <a:sy n="186" d="100"/>
        </p:scale>
        <p:origin x="1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90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and Setup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MCU architecture  |  The hardware  |  GitHub and SSH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Intelligence  |  100 academic hours  |  25 sessions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590800" cy="2331720"/>
          </a:xfrm>
          <a:prstGeom prst="rect">
            <a:avLst/>
          </a:prstGeom>
          <a:solidFill>
            <a:srgbClr val="253270"/>
          </a:solidFill>
          <a:ln w="254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28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6974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architecture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a chip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and Cortex-M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6600" y="1234440"/>
            <a:ext cx="2590800" cy="23317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630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66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413760" y="26974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platforms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pay for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96000" y="1234440"/>
            <a:ext cx="2590800" cy="233172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7080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60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33160" y="26974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clone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 leave today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GitHub username must be written down on the shared list. Without it you cannot clone the repository next session.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MCU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microcontroller is, and what it is not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Kinds of Computer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16-64 GB external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GB external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KB on-chip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SSD, terabytes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card,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Flash, a few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Windows, 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None, or a small RTOS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 of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 of watts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Milliwatts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code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13632"/>
            <a:ext cx="8229600" cy="68580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913632"/>
            <a:ext cx="64008" cy="6858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9867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key difference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261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PC the operating system stands between your code and the hardware. Here there is nothing in between.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Chip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885950" cy="237744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55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9456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Core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697480"/>
            <a:ext cx="16116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and executes instructions. One core, sometimes two.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71750" y="1234440"/>
            <a:ext cx="1885950" cy="237744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405" y="14630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71750" y="219456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708910" y="2697480"/>
            <a:ext cx="16116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holds the program. SRAM holds the variables.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86300" y="1234440"/>
            <a:ext cx="1885950" cy="237744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955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86300" y="219456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Peripherals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823460" y="2697480"/>
            <a:ext cx="16116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GPIO, timers, ADC, UART, I2C, SPI. Hardware blocks, not software.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800850" y="1234440"/>
            <a:ext cx="1885950" cy="237744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9505" y="146304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00850" y="219456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6938010" y="2697480"/>
            <a:ext cx="16116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everything. Peripherals are just addresses in memory.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18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central idea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peripheral is controlled by writing to a register, and a register is a memory address. Everything reduces to reading and writing memory.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Memory: Where Things Live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1600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 reset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1-16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code, constants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20-520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Variables, stack, heap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Peripheral control and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EEPROM / NVS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Settings,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57200" y="30632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is the scarce resource. 400 KB sounds like a lot until you allocate a display buffer.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virtual memory and no memory protection by default. A bad pointer corrupts whatever it points at.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and the heap grow toward each other. When they meet, the symptom is not an error message.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at Power-On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Power stabilises, the reset line releases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core reads the reset vector from a fixed address in flash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startup routine sets up the stack pointer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Initialised globals are copied from flash into SRAM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Uninitialised globals are zeroed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C++ static constructors run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main() is called - and only now does your code appear to start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1280160"/>
            <a:ext cx="3200400" cy="14630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1280160"/>
            <a:ext cx="64008" cy="14630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0" y="162763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to 6 happen before main(). A bug there produces a board that appears dead with no output at all.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 Sets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set is the contract between the compiler and the silicon.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(x86): many complex instructions, variable length. Optimised for code density in an era when memory was expensive.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 (ARM, RISC-V): fewer, simpler, fixed-length instructions. Easier to pipeline, easier to build, easier to verify.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chip in this course is RISC. The difference between them is which RISC.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1280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Cortex-M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Ltd, licensed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standard, royalty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Mature, huge toolchain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Younger, growing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STM32, RP2350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ESP32-C3, RP2350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Hardware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boards, three answers to the same problem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Boards on the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590800" cy="246888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28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ESP32-C3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697480"/>
            <a:ext cx="231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RISC-V, WiFi and BLE built in.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sized.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reference platform.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6600" y="1234440"/>
            <a:ext cx="2590800" cy="246888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630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66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 NUCLEO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413760" y="2697480"/>
            <a:ext cx="231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Cortex-M4, industrial workhorse.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on the board.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meet at work.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96000" y="1234440"/>
            <a:ext cx="2590800" cy="246888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7080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60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RP2350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33160" y="2697480"/>
            <a:ext cx="231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Cortex-M33 AND RISC-V on one die.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into either.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IO.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3886200"/>
            <a:ext cx="64008" cy="685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" y="3959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at the RP2350 again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" y="4233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silicon carrying two different instruction sets, selected at boot. That is not a normal thing for a chip to do.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STM32F401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Cortex-M4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M33 or RISC-V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 + 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On-board debugger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ST-Link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and connected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and tooling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 state machines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13632"/>
            <a:ext cx="8229600" cy="68580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913632"/>
            <a:ext cx="64008" cy="685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9867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 is no best board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261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board that fits the constraint you have: cost, power, connectivity, certification.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Pay For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MCU itself is often the cheapest part of the board.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to serial converter - so a PC can talk to the chip.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regulators - the chip wants 3.3V, USB gives 5V.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oscillator - an accurate clock reference.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debugger - lets you stop the CPU and inspect it. This is the expensive one.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protection, decoupling - the parts nobody thinks about until they are missing.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280160"/>
            <a:ext cx="3108960" cy="155448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280160"/>
            <a:ext cx="64008" cy="155448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580644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NUCLEO premium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06440" y="1627632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ST-Link on the NUCLEO is why it costs more than the ESP32-C3. You are buying a debugger, not a faster chip.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and SSH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how you will hand in every assignment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Version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681731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 is a long sequence of small changes, most of which do not work.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lets you go back to the last version that did.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also how you will submit homework in this course.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is the single most universally expected skill in the job you are training for.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2590800" cy="155448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280" y="32918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840480"/>
            <a:ext cx="2590800" cy="461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4302242"/>
            <a:ext cx="2316480" cy="26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checkpoint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76600" y="3063240"/>
            <a:ext cx="2590800" cy="155448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2918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76600" y="3953916"/>
            <a:ext cx="2590800" cy="27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413760" y="4289413"/>
            <a:ext cx="2316480" cy="32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to GitHub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6000" y="3063240"/>
            <a:ext cx="2590800" cy="155448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7080" y="32918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04560" y="3918782"/>
            <a:ext cx="2590800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233160" y="4302242"/>
            <a:ext cx="2316480" cy="26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copy on a new machine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Generating an SSH Key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02920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88720"/>
            <a:ext cx="4809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ed25519 -C "your.email@example.com"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Press Enter to accept the default location.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passphrase is optional but recommended.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 the PUBLIC key - this is the one you paste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~/.ssh/id_ed25519.pub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Then: github.com -&gt; Settings -&gt; SSH and GPG keys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-&gt; New SSH key -&gt; paste -&gt; Add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23444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ed25519, not RSA. Shorter, safer, and it keeps us all on the same commands.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.pub file is public and safe to share.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without .pub is private. It never leaves your machine.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114800"/>
            <a:ext cx="64008" cy="45720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1879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paste the private key anywhere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It Does Not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12064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88720"/>
            <a:ext cx="49011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Windows: ssh-agent is disabled by default.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PowerShell as Administrator: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Set-Service ssh-agent -StartupType Automatic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Start-Service ssh-agent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Everyone: verify the connection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-T git@github.com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run asks about a fingerprint. Type: yes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Success looks like: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Hi &lt;username&gt;! You have successfully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authenticated...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28016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ssh-agent service is the most common failure on Windows.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fingerprint prompt is normal, not an attack.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-T is a test, not a login. It is supposed to refuse a shell.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and Fallback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86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"same@as.github"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MUST match your GitHub account, or commits will not be linked to you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60020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0"/>
            <a:ext cx="64008" cy="16002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42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SSH refuses to cooperate today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81635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HTTPS with a Personal Access Token instead: GitHub -&gt; Settings -&gt; Developer settings -&gt; Personal access tokens -&gt; Fine-grained tokens. Select the course repository, grant Contents read and write, and use the token as your password when git asks. You leave with a working clone either way; SSH can be fixed at home.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|  Introduction and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microcontroller runs your code directly on the hardware, with no operating system underneath it.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 are controlled through registers, and registers are memory addresses.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holds the program, SRAM holds the data, and SRAM is the resource you will run out of first.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three boards are three different trade-offs, not three quality levels.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SSH are set up now because every assignment from here on is submitted through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your SSH setup if it is not working yet. Clone the course repository and confirm you can push a change to the file with your name in it. Bring a working laptop to the next session - we install PlatformIO and flash the first firmware.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1584</Words>
  <Application>Microsoft Macintosh PowerPoint</Application>
  <PresentationFormat>On-screen Show (16:9)</PresentationFormat>
  <Paragraphs>284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01 - Introduction and Setup</dc:title>
  <dc:subject>PptxGenJS Presentation</dc:subject>
  <dc:creator>Embedded Software Development in C/C++</dc:creator>
  <cp:lastModifiedBy>Microsoft Office User</cp:lastModifiedBy>
  <cp:revision>2</cp:revision>
  <dcterms:created xsi:type="dcterms:W3CDTF">2026-08-26T12:53:34Z</dcterms:created>
  <dcterms:modified xsi:type="dcterms:W3CDTF">2026-08-26T13:08:50Z</dcterms:modified>
</cp:coreProperties>
</file>