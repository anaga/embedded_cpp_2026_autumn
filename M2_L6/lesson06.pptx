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Functions, Scope and Bits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Naming your own work, and reading a number bit by bit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Software Development in C/C++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Super Mini  |  Session 6 of 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|  Functions, Scope and Bits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your own functions instead of only calling ours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variable is visible, and how long it stays alive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stack: what happens on every call and every return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Bits, masks and shifts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hour: an RGB LED that shows the temperature as a colour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 you can write a function, explain why a local variable forgets, and turn a number into a pattern of lights.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for a piece of work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have already used functions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|  Functions, Scope and Bits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66928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449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uint16_t counts = readPotentiometer();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int16_t f = mapToFahrenheit(counts);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wrote them, you called them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name, some input, one answer back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not need to know what was inside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write your own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parts of a function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|  Functions, Scope and Bits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120640" cy="1280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int16_t doubleIt(int16_t value)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value * 2;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105156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int16_t - what comes back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doubleIt - the name you call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(int16_t value) - what goes in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- the answer leaving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64008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99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job each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2735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does one thing has a name that says what it does. If the name needs the word and in it, it is two functions.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compiler reads top to bottom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|  Functions, Scope and Bits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852160" cy="2880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6327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printBinary(uint8_t value);   // prototype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loop(void)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printBinary(42U);              // call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printBinary(uint8_t value) {  // the real thing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325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before the body?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announce it first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line is the prototype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and the Stack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variable lives and when it disappears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a variable is visible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|  Functions, Scope and Bits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03504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815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uint8_t g_total = 0U;    // the whole file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demo(void)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local = 0U;         // this function only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 = local + 1U;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braces are the boundary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them the name does not exist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functions can each have a local called value; they are different variables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call actually does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|  Functions, Scope and Bits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590800" cy="21031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31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is put on the stack: the parameters and the locals.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280160"/>
            <a:ext cx="2590800" cy="21031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6600" y="15087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13760" y="2011680"/>
            <a:ext cx="231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uses its own frame and nobody else's.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280160"/>
            <a:ext cx="2590800" cy="21031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96000" y="15087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33160" y="2011680"/>
            <a:ext cx="231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 is dropped. The locals go with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49040"/>
            <a:ext cx="64008" cy="8229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221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stack is small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09651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kilobytes, not megabytes. Large local arrays and deep chains of calls are how a board runs out of 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variable that remembers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|  Functions, Scope and Bits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12064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9011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countCalls(void)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uint8_t calls = 0U;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calls = calls + 1U;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Serial.println(calls);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1430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once, not on every call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1, 2, 3, 4 ...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static: 1, 1, 1,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91840"/>
            <a:ext cx="64008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3649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this one in mind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6393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star task needs a value that survives from one call to the next.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inside a byte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byte, eight bits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|  Functions, Scope and Bits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bits are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00000101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0 and bit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11111111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of them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840480"/>
            <a:ext cx="64008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Counting from the right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0 is worth 1, bit 1 is worth 2, bit 2 is worth 4, and so on up to 128.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first function from scratch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|  Functions, Scope and Bits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0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2669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printBinary(uint8_t value)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(int8_t i = 7; i &gt;= 0; i--)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Serial.print((value &gt;&gt; i) &amp; 1U);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Serial.println();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the bit you want down to the bottom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away everything else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7 first, bit 0 last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operations, that is all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|  Functions, Scope and Bits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303520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0840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&amp; 1U     // is bit 0 set?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| 4U     // switch bit 2 on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&gt;&gt; 2     // move the bits right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&lt;&lt; 2     // move the bits left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0515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asks a question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sets something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move, they do not add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64008" cy="82296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090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character apart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3649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and &amp;&amp; are different operators. So are | and ||. The compiler accepts both and only one of them does what you meant.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Colour Thermometer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Datasheet, wiring, and tonight's homework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LED datasheet says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|  Functions, Scope and Bits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voltage, typical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current, 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Brightness at 20 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 mcd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 mcd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 mcd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017520"/>
            <a:ext cx="64008" cy="914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090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Measured on the bench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3649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100 ohm all three look right. With 200 ohm the red one goes dim first, even though it has the most voltage to spare. The last row explains why.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the RGB LED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|  Functions, Scope and Bits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  <a:gridCol w="24688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Longest pin, common anode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3V3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ohm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ohm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ohm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749040"/>
            <a:ext cx="64008" cy="8229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8221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anode means backwards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09651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switches a colour ON. HIGH switches it OFF. The same logic as the LED on the board itself.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colour is three bits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|  Functions, Scope and Bits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219456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840480"/>
            <a:ext cx="64008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switches, eight colours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0 is red, bit 1 is green, bit 2 is blue. Five of the eight combinations are used here.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|  Functions, Scope and Bits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has a name, its input, and one result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variable dies at the closing brace; static survives the return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pushes a frame on the stack and every return drops it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are read with a shift and a mask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422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colour thermometer: the knob sets the temperature, the LED shows the band. Star task: stop the colour flickering at the edge of a band.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06 - Functions, Scope and Bits</dc:title>
  <dc:subject>PptxGenJS Presentation</dc:subject>
  <dc:creator>Embedded Software Development in C/C++</dc:creator>
  <cp:lastModifiedBy>Embedded Software Development in C/C++</cp:lastModifiedBy>
  <cp:revision>1</cp:revision>
  <dcterms:created xsi:type="dcterms:W3CDTF">2026-09-18T10:52:25Z</dcterms:created>
  <dcterms:modified xsi:type="dcterms:W3CDTF">2026-09-18T10:52:25Z</dcterms:modified>
</cp:coreProperties>
</file>