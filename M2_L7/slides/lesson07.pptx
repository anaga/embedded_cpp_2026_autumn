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Pointers, Arrays and Strings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things live, and how to point at them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Super Mini  |  Session 7 of 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Arrays: many values under one name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and pointers: where a value lives, and how to reach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array and a pointer are almost the same thing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Strings: text is just an array that ends in zero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hour: a button, and why one press counts as five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 you can pass an array to a function, get two answers back from one call, and build a line of text safely.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boxes with one name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boxes, one name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58368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364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readings[5] = { 10U, 20U, 30U, 40U, 50U 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Serial.println(readings[0]);    // 10, the first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Serial.println(readings[4]);    // 50, the last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Serial.println(sizeof(readings));   // 5 bytes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starts at 0, so five boxes are numbered 0 to 4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boxes have the same type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is fixed when you write the program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Walking through an array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58368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364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COUNT = 5U;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readings[COUNT] = { 10U, 20U, 30U, 40U, 50U 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sum = 0U;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(uint8_t i = 0U; i &lt; COUNT; i++)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= sum + readings[i];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57600"/>
            <a:ext cx="64008" cy="86868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307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error at the 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readings[5] compiles and runs. It reads whatever happens to sit next to the array. C does not check, so you have 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Addresses and Pointers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has a number on the door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things to read aloud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40080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181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value = 42U;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*p = &amp;value;    // p holds the address of value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 = 7U;                // value is now 7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it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 then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address of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number like 0x3FC8...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pointer itself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 points 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value in that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things live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 of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Global, or 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RAM, a fixed 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time the board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stack, also 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while its function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in quotes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flash, a different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forever, and read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017520"/>
            <a:ext cx="64008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090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 the addresses and look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3649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will differ from your neighbour's. What matters is which ones sit close together and which one is in a completely different range.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Changing someone else's variable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0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266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addOne(uint8_t *target)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*target = *target + 1U;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count = 5U;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addOne(&amp;count);    // count is now 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1430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gets the address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it, it changes the original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pointer it would change a copy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83280"/>
            <a:ext cx="6400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56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bother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307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hands back one value. Pointers let a function hand back as many as it needs.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answers from one 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76656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5471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minMax(const uint8_t *values, uint8_t count,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uint8_t *min_out, uint8_t *max_out);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lowest;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highest;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minMax(readings, COUNT, &amp;lowest, &amp;highest);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const: the function promises to only read the array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the function cannot find out the length by itself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_out: the names say which pointers are for answers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 Meet Pointers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text turns out to be an array too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array name is an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*first = readings;         // the same as &amp;readings[0]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show(const uint8_t *values, uint8_t count)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Serial.println(sizeof(values));   // 4, not the array size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108960"/>
            <a:ext cx="64008" cy="9144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182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sizeof lies inside a function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564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passed array arrives as a pointer. sizeof then measures the pointer, 4 bytes on this chip, not the array. That is why the count travels with 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string is an array of char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143000"/>
            <a:ext cx="45720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1234440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greeting[] = "Hi";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'\0'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letters take three bytes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at the end is how every function knows where the text stops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it, and printing runs on into whatever memory follows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text safely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line[32];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snprintf(line, sizeof(line), "%u x %u = %u", a, b, a * b);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Serial.println(line);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is an array you declared, with a fixed size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snprintf never writes past that size, and always ends with the zero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sizeof works: line is a real array, not a passed pointer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49040"/>
            <a:ext cx="64008" cy="8686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String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096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String grows on the heap at run time. On a small board that ends in fragments and a crash hours later. A fixed buffer cannot do that.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number, three ways to write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 prints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octal, base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hexadecimal, base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4 wide, padded with spaces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15468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 *FORMATS[] = { "%4o", "%4u", "%4X" };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pointers to strings: every topic of today in one line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Button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press, many clicks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the button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leg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other leg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468880"/>
            <a:ext cx="54864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2560320"/>
            <a:ext cx="5266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pinMode(BUTTON_PIN, INPUT_PULLUP);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(digitalRead(BUTTON_PIN) == LOW)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pressed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0" y="12801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resistor needed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pulls the pin up to 3V3 inside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connects it to GND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pressed reads LOW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press, five clicks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contacts do not close cleanly; they bounce for a few milliseconds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is fast enough to see every bounce as a separate press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button down is not the same as pressing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000500" cy="13716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56032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Press, not hold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3726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the pin changes from HIGH to LOW, not while it stays LOW.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86300" y="2331720"/>
            <a:ext cx="4000500" cy="13716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86300" y="256032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 it out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23460" y="3063240"/>
            <a:ext cx="3726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change, ignore the pin until the contacts have settled.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31920"/>
            <a:ext cx="64008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Solved together, in class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279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need a value that survives between calls. You know which keyword does that.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|  Pointers, Arrays and Strings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a row of boxes; counting starts at 0 and nothing checks the end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gives an address, * reaches through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passed array is a pointer, so its length travels separately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char array ending in zero; build it with snprintf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16 x 16 multiplication table. The button switches it between octal, decimal and hexadecimal. Details are in the README.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07 - Pointers, Arrays and Strings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2026-09-21T07:40:49Z</dcterms:created>
  <dcterms:modified xsi:type="dcterms:W3CDTF">2026-09-21T07:40:49Z</dcterms:modified>
</cp:coreProperties>
</file>