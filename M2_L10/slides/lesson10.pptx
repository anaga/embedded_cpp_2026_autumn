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States, Templates and Interrupts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C++ that fits in 400 kB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Software Development in C/C++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 Super Mini  |  Session 10 of 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  |  States, Templates and Interrupts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reaction game is a state machine, and enum class gives the states names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stay away from new, String and std::vector on a microcontroller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Templates: one class for any type, with its size fixed before the program runs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Interrupts: letting the hardware tell you a button was pressed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840480"/>
            <a:ext cx="64008" cy="777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879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 you can store a history of values without the heap, and catch a button press the moment it happens.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Machines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game already was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game, drawn as states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  |  States, Templates and Interrupts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32004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can happen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pause ends / someone presses early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/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winner's colour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seconds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2834640"/>
            <a:ext cx="8229600" cy="868680"/>
          </a:xfrm>
          <a:prstGeom prst="rect">
            <a:avLst/>
          </a:prstGeom>
          <a:solidFill>
            <a:srgbClr val="25327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834640"/>
            <a:ext cx="64008" cy="8686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9077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has a name: a state machine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1821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is always in exactly one state. Events move it to the next one. Most firmware you will ever read is built this way.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Names for the states: enum class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  |  States, Templates and Interrupts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12064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49011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class State : uint8_t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Waiting,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g_state = State::Waiting;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23444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not numbers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State::Go cannot be mixed up with 1, or with another enum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uint8_t keeps it one byte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loop() asks one question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  |  States, Templates and Interrupts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76656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65471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loop(void)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switch (g_state)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State::Waiting: handleWaiting(); break;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State::Go:      handleGo();      break;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State::Result:  handleResult();  break;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8229600" cy="868680"/>
          </a:xfrm>
          <a:prstGeom prst="rect">
            <a:avLst/>
          </a:prstGeom>
          <a:solidFill>
            <a:srgbClr val="25327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566160"/>
            <a:ext cx="64008" cy="8686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639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state, one function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9136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loop() only asks where are we. Each handler decides what happens next and changes g_state when it is time to move 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Without Surprises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avoid, and what to use instead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leave out, and why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  |  States, Templates and Interrupts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new, delete, malloc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carved up while running; it fragments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arrays and objects made once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grows on the heap behind your 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 buffers and snprintf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std::vector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heap, plus copies when it grows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fixed-size template: today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code, hidden paths, often switched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a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RTTI, dynamic_cast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spent on type information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 your types by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520440"/>
            <a:ext cx="8229600" cy="86868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520440"/>
            <a:ext cx="64008" cy="86868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593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failure comes hours later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8679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board that allocates and frees for a whole night ends up with plenty of free memory in pieces too small to use. It crashes, and nothing points at the cause.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function for any type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  |  States, Templates and Interrupts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0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52669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&lt;typename T&gt;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largest(T a, T b)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(a &gt; b) ? a : b;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largest(3U, 7U);       // T is unsigned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largest(-40, 12);      // T is int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123444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is a placeholder for a type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fills it in at each call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229600" cy="86868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566160"/>
            <a:ext cx="64008" cy="8686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639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template costs flash, not RAM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9136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writes one copy of the function for every type you actually use, and none for the types you do not.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class template: RingBuffer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  |  States, Templates and Interrupts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394960" cy="3429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517550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&lt;typename T, uint8_t N&gt;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RingBuffer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push(T value);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count(void) const;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at(uint8_t index) const;   // 0 is the oldest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m_items[N];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m_next = 0U;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m_count = 0U;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1325880"/>
            <a:ext cx="2651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T: what is stored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 how many, fixed when you compile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after a method: it only reads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sizeof is known; nothing is allocated while running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and round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  |  States, Templates and Interrupts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67299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push(T value)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m_items[m_next] = value;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m_next = (uint8_t)((m_next + 1U) % N);   // after the last: 0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(m_count &lt; N)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m_count++;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8229600" cy="868680"/>
          </a:xfrm>
          <a:prstGeom prst="rect">
            <a:avLst/>
          </a:prstGeom>
          <a:solidFill>
            <a:srgbClr val="25327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566160"/>
            <a:ext cx="64008" cy="8686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639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is not a 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9136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all N places are used, the newest value simply overwrites the oldest. The buffer always holds the last N values, in the same memory, forever.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Smoothing the Knob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averaging from lesson 05, done properly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moving average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  |  States, Templates and Interrupts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2697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8010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RingBuffer&lt;uint16_t, 16&gt; samples;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samples.push((uint16_t)analogRead(POT_PIN));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uint32_t sum = 0U;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(uint8_t i = 0U; i &lt; samples.count(); i++)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+= samples.at(i);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uint16_t smooth = (uint16_t)(sum / samples.count());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840480"/>
            <a:ext cx="64008" cy="777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new reading per pass, not sixteen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1879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lesson 05 we took 16 readings in a row and waited for all of them. Now each pass adds one, and the average always covers the last 16.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hardware call you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Asking all the time, or being told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  |  States, Templates and Interrupts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checks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loop(), over and 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hardware, by itself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loop() gets round to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microseconds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miss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anything shorter than one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nothing, it is simple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you must follow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108960"/>
            <a:ext cx="8229600" cy="86868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108960"/>
            <a:ext cx="64008" cy="8686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1821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 game wants 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4564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press is stamped with the time the moment it happens, not when loop() notices. Reaction times become fair to the microsecond.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attachInterrupt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  |  States, Templates and Interrupts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2697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8010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volatile uint32_t g_pressed_at_us = 0U;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volatile bool g_pressed = false;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IRAM_ATTR onButtonA(void)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g_pressed_at_us = micros();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g_pressed = true;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attachInterrupt(digitalPinToInterrupt(PIN_A), onButtonA, FALLING);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FALLING: from HIGH to LOW, the moment of the press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loop() checks g_pressed, does the real work, and clears it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rules for an interrupt handler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  |  States, Templates and Interrupts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short: note what happened, leave the work to loop()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Serial, no delay(), nothing that waits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shared with loop() are volatile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IRAM_ATTR keeps the handler in RAM, ready at any moment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8229600" cy="868680"/>
          </a:xfrm>
          <a:prstGeom prst="rect">
            <a:avLst/>
          </a:prstGeom>
          <a:solidFill>
            <a:srgbClr val="253270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383280"/>
            <a:ext cx="64008" cy="868680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4564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Bounce does not go away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7307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press can fire the interrupt five times. The handler sees every bounce, just faster than loop() ever could. Debouncing is still your job.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  |  States, Templates and Interrupts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machine: one state at a time, events move it on; enum class names the states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heap at run time: fixed arrays, char buffers, objects made once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 is written once and works for any type; N fixes the size in advance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interrupt reacts at once, and its handler must stay short and simple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794760"/>
            <a:ext cx="64008" cy="82296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422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reaction game with a history of the last 10 reaction times per player in a RingBuffer. Details are in homework/README.md.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10 - States, Templates and Interrupts</dc:title>
  <dc:subject>PptxGenJS Presentation</dc:subject>
  <dc:creator>Embedded Software Development in C/C++</dc:creator>
  <cp:lastModifiedBy>Embedded Software Development in C/C++</cp:lastModifiedBy>
  <cp:revision>1</cp:revision>
  <dcterms:created xsi:type="dcterms:W3CDTF">2026-10-02T06:06:47Z</dcterms:created>
  <dcterms:modified xsi:type="dcterms:W3CDTF">2026-10-02T06:06:47Z</dcterms:modified>
</cp:coreProperties>
</file>